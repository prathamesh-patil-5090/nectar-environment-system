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89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3924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D42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B7A8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B7A82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8FD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 TRAINING &amp; COMPETENCY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Software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Approach &amp; Proposal - Nectar Enviro India Pvt. Ltd.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2194560" cy="0"/>
          </a:xfrm>
          <a:prstGeom prst="line">
            <a:avLst/>
          </a:prstGeom>
          <a:noFill/>
          <a:ln w="31750">
            <a:solidFill>
              <a:srgbClr val="D97B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8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UniCord Tech  |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Your Requirement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NEIPL currently runs a structured, Excel-based skill evaluation process for site manpower (Shift Incharge, plant operators, and other trades) — covering Skill Mapping, Practical, Written, and Oral tests, rolled up into an overall competency score and a Learning Need Identification sheet.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EAF3F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6060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7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Digitalize this entire process into one system - assessment, training, and certification - across all project sites.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EAF3F3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6060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7A82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246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Trigger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6118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Excel sheets don't scale: no auto-scoring, no central visibility, no training follow-through tracking.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EAF3F3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6060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7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3246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Outcome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36118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source of truth for who is trained, who needs training, and what to do about it — with reports management can act on.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NEIPL — Manpower Training &amp; Competency Management Software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A Manual, Excel-Driven Process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219456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EAF3F3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31720" y="219456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87752" y="219456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EAF3F3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87752" y="21945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79392" y="219456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35424" y="219456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EAF3F3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21945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27064" y="219456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83096" y="219456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EAF3F3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21945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74736" y="219456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430768" y="219456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EAF3F3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21945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Roll-up 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122408" y="219456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378440" y="219456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F4E3D3"/>
          </a:solidFill>
          <a:ln w="12700">
            <a:solidFill>
              <a:srgbClr val="D97B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78440" y="21945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Sheet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(by hand)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costs the business: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spreadsheet per employee, per role — no central database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4727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and roll-up done manually — room for error, slow to consolidate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11149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automatic link between assessment result and training plan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549554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for management across sites without chasing files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NEIPL — Manpower Training &amp; Competency Management Software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Proposed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connected platform, from onboarding to certification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1B7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6712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D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to master DB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D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role &amp; site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33472" y="1965960"/>
            <a:ext cx="1645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D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98064" y="196596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1B7A82"/>
          </a:solidFill>
          <a:ln/>
        </p:spPr>
      </p:sp>
      <p:sp>
        <p:nvSpPr>
          <p:cNvPr id="9" name="Text 7"/>
          <p:cNvSpPr/>
          <p:nvPr/>
        </p:nvSpPr>
        <p:spPr>
          <a:xfrm>
            <a:off x="2798064" y="216712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35224" y="265176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D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Mapping + Practical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D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Written + Oral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82896" y="1965960"/>
            <a:ext cx="1645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D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47488" y="196596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1B7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047488" y="216712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84648" y="265176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D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competency %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D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gap analysis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0" y="1965960"/>
            <a:ext cx="1645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D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96912" y="196596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1B7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296912" y="216712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34072" y="265176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D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sessions,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D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reminders, notifications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81744" y="1965960"/>
            <a:ext cx="1645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D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46336" y="196596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1B7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546336" y="216712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83496" y="265176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D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certificate +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D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record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297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above happens inside one system — replacing scattered spreadsheets with a single, always-current record per employee.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NEIPL — Manpower Training &amp; Competency Management Software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EAF3F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54864" cy="1417320"/>
          </a:xfrm>
          <a:prstGeom prst="rect">
            <a:avLst/>
          </a:prstGeom>
          <a:solidFill>
            <a:srgbClr val="1B7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624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Master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database — designation, department, site, experience, documents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97680" y="12344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EAF3F3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1234440"/>
            <a:ext cx="54864" cy="1417320"/>
          </a:xfrm>
          <a:prstGeom prst="rect">
            <a:avLst/>
          </a:prstGeom>
          <a:solidFill>
            <a:srgbClr val="1B7A82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3624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Skill Templates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1737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can build new role/trade evaluation formats without dev work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2344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EAF3F3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0" y="1234440"/>
            <a:ext cx="54864" cy="1417320"/>
          </a:xfrm>
          <a:prstGeom prst="rect">
            <a:avLst/>
          </a:prstGeom>
          <a:solidFill>
            <a:srgbClr val="1B7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3624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Engine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75320" y="1737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Skill Mapping, Practical, Written &amp; Oral tests with auto-scoring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EAF3F3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834640"/>
            <a:ext cx="54864" cy="1417320"/>
          </a:xfrm>
          <a:prstGeom prst="rect">
            <a:avLst/>
          </a:prstGeom>
          <a:solidFill>
            <a:srgbClr val="1B7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9626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375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Low/Med/High rating and training-required flags per competency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97680" y="28346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EAF3F3"/>
          </a:solidFill>
          <a:ln/>
        </p:spPr>
      </p:sp>
      <p:sp>
        <p:nvSpPr>
          <p:cNvPr id="20" name="Shape 18"/>
          <p:cNvSpPr/>
          <p:nvPr/>
        </p:nvSpPr>
        <p:spPr>
          <a:xfrm>
            <a:off x="4297680" y="2834640"/>
            <a:ext cx="54864" cy="1417320"/>
          </a:xfrm>
          <a:prstGeom prst="rect">
            <a:avLst/>
          </a:prstGeom>
          <a:solidFill>
            <a:srgbClr val="1B7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29626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Scheduler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26280" y="33375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Yearly/monthly training calendar with automated reminders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28346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EAF3F3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0" y="2834640"/>
            <a:ext cx="54864" cy="1417320"/>
          </a:xfrm>
          <a:prstGeom prst="rect">
            <a:avLst/>
          </a:prstGeom>
          <a:solidFill>
            <a:srgbClr val="1B7A82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29626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Session Links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75320" y="33375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meeting links with email notification on enrollment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EAF3F3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434840"/>
            <a:ext cx="54864" cy="1417320"/>
          </a:xfrm>
          <a:prstGeom prst="rect">
            <a:avLst/>
          </a:prstGeom>
          <a:solidFill>
            <a:srgbClr val="1B7A82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5628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" y="4937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competency certificates on training completion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97680" y="44348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EAF3F3"/>
          </a:solidFill>
          <a:ln/>
        </p:spPr>
      </p:sp>
      <p:sp>
        <p:nvSpPr>
          <p:cNvPr id="32" name="Shape 30"/>
          <p:cNvSpPr/>
          <p:nvPr/>
        </p:nvSpPr>
        <p:spPr>
          <a:xfrm>
            <a:off x="4297680" y="4434840"/>
            <a:ext cx="54864" cy="1417320"/>
          </a:xfrm>
          <a:prstGeom prst="rect">
            <a:avLst/>
          </a:prstGeom>
          <a:solidFill>
            <a:srgbClr val="1B7A82"/>
          </a:solidFill>
          <a:ln/>
        </p:spPr>
      </p:sp>
      <p:sp>
        <p:nvSpPr>
          <p:cNvPr id="33" name="Text 31"/>
          <p:cNvSpPr/>
          <p:nvPr/>
        </p:nvSpPr>
        <p:spPr>
          <a:xfrm>
            <a:off x="4526280" y="45628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&amp; MIS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26280" y="4937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competency status, compliance, and downloadable reports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46720" y="44348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EAF3F3"/>
          </a:solidFill>
          <a:ln/>
        </p:spPr>
      </p:sp>
      <p:sp>
        <p:nvSpPr>
          <p:cNvPr id="36" name="Shape 34"/>
          <p:cNvSpPr/>
          <p:nvPr/>
        </p:nvSpPr>
        <p:spPr>
          <a:xfrm>
            <a:off x="8046720" y="4434840"/>
            <a:ext cx="54864" cy="1417320"/>
          </a:xfrm>
          <a:prstGeom prst="rect">
            <a:avLst/>
          </a:prstGeom>
          <a:solidFill>
            <a:srgbClr val="1B7A82"/>
          </a:solidFill>
          <a:ln/>
        </p:spPr>
      </p:sp>
      <p:sp>
        <p:nvSpPr>
          <p:cNvPr id="37" name="Text 35"/>
          <p:cNvSpPr/>
          <p:nvPr/>
        </p:nvSpPr>
        <p:spPr>
          <a:xfrm>
            <a:off x="8275320" y="45628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&amp; Audit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75320" y="4937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permissions with a full activity/audit trail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NEIPL — Manpower Training &amp; Competency Management Software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Multiple Job Categories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trade — Shift Incharge, Filter Operator, Plant Operator, Helper, and others — has a different skill set. The template builder lets NEIPL configure a new role's evaluation format in the system itself, without a code change.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0B3D4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(from sample shared)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Incharge / Site Incharge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Operator category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R.P. category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297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 / RTPI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074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8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list to be confirmed with NEIPL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2103120"/>
            <a:ext cx="5669280" cy="3840480"/>
          </a:xfrm>
          <a:prstGeom prst="roundRect">
            <a:avLst>
              <a:gd name="adj" fmla="val 1905"/>
            </a:avLst>
          </a:prstGeom>
          <a:solidFill>
            <a:srgbClr val="EAF3F3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331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system handles 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27889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ts val="1400"/>
              </a:lnSpc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category = its own template (tasks, abilities, scoring weights)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344728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ts val="1400"/>
              </a:lnSpc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4-part structure — Skill Mapping, Practical, Written, Oral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4105656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ts val="1400"/>
              </a:lnSpc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category added by admin in minutes, not a dev request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4764024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ts val="1400"/>
              </a:lnSpc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 &amp; reports work identically across all categories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NEIPL — Manpower Training &amp; Competency Management Software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We'll Work Together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EAF3F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44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7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job categories, employee scale, languages &amp; integration needs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97680" y="123444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EAF3F3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344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7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480560" y="18288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Estimate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80560" y="21488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feature list and effort — shared for your review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23444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4E3D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1344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0" y="18288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&amp; Quotation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0" y="21488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+ detailed commercial quotation for approval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EAF3F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1868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7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" y="37033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1520" y="40233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in phases, with regular check-ins over calls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97680" y="310896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EAF3F3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321868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7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480560" y="37033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&amp; Training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480560" y="40233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testing, feedback, team onboarding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310896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EAF3F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321868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7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229600" y="37033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29600" y="40233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across sites + support handover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here — awaiting your inputs on Discovery before locking the final quotation.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NEIPL — Manpower Training &amp; Competency Management Software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2926080"/>
          </a:xfrm>
          <a:prstGeom prst="roundRect">
            <a:avLst>
              <a:gd name="adj" fmla="val 2500"/>
            </a:avLst>
          </a:prstGeom>
          <a:solidFill>
            <a:srgbClr val="EAF3F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discussed, we're keeping this proposal focused on scope and approach. A detailed commercial quotation will follow once the Discovery inputs are confirmed — this ensures the number you receive reflects the actual number of job categories, employee scale, and features required, not a generic estimate.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model: fixed-scope quotation per phase, payment linked to milestones (proposal approval → development → UAT → go-live).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NEIPL — Manpower Training &amp; Competency Management Software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 Adds Real Value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AI for its own sake — three specific places where it makes the system genuinely smarter for your team.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EAF3F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8483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7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56816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Training Recommendations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08760" y="230428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fixed threshold rules alone, AI reads each employee's gap pattern across competency areas and suggests the training modules most likely to close it — tailored per person, not one-size-fits-all.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EAF3F3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54787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7A8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419856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Question Bank Generation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508760" y="37673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Written Test, AI helps generate and refresh question sets per job category — cutting down the manual effort of building and updating question banks from scratch.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EAF3F3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501091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7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10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882896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Risk Flagging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08760" y="523036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flags employees likely to fall behind before their next assessment or audit cycle, so training can be scheduled proactively instead of reactively.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NEIPL — Manpower Training &amp; Competency Management Software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7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737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4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full list of job categories and language requirement (scale confirmed at ~200 employees)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7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4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finalize effort estimate and share the commercial quotation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7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840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4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approval, we kick off Discovery calls and begin development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303520"/>
            <a:ext cx="10881360" cy="0"/>
          </a:xfrm>
          <a:prstGeom prst="line">
            <a:avLst/>
          </a:prstGeom>
          <a:noFill/>
          <a:ln w="12700">
            <a:solidFill>
              <a:srgbClr val="1B7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486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UniCord Tech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852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962</Words>
  <Application>Microsoft Office PowerPoint</Application>
  <PresentationFormat>Widescreen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Ashutosh Prasad</cp:lastModifiedBy>
  <cp:revision>2</cp:revision>
  <dcterms:created xsi:type="dcterms:W3CDTF">2026-08-03T06:18:33Z</dcterms:created>
  <dcterms:modified xsi:type="dcterms:W3CDTF">2026-08-03T06:43:42Z</dcterms:modified>
</cp:coreProperties>
</file>